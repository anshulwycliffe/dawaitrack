
<file path=[Content_Types].xml><?xml version="1.0" encoding="utf-8"?>
<Types xmlns="http://schemas.openxmlformats.org/package/2006/content-types">
  <Default Extension="ico" ContentType="image/x-icon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1" r:id="rId5"/>
    <p:sldId id="260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5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7278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9440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N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699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9849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3106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775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4253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558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3681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7767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2646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76135013-5E4A-4860-A141-2CC7A6F26BF0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92F6F99-962E-4069-8C30-59D92B2882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800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ico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353DC-0A72-AFC4-8984-1243538430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DAWAI TRACK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A47EB0-5FA3-C561-9041-F113D16432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2699" y="4389120"/>
            <a:ext cx="9673367" cy="1069848"/>
          </a:xfrm>
        </p:spPr>
        <p:txBody>
          <a:bodyPr/>
          <a:lstStyle/>
          <a:p>
            <a:r>
              <a:rPr lang="en-US" b="1" dirty="0"/>
              <a:t>Smart Medicine Platform with Expired Medicine </a:t>
            </a:r>
            <a:br>
              <a:rPr lang="en-US" b="1" dirty="0"/>
            </a:br>
            <a:r>
              <a:rPr lang="en-US" b="1" dirty="0"/>
              <a:t>Take-Back System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1F5716-62D1-8042-9135-24B355E3B2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4815" y="1619865"/>
            <a:ext cx="2438400" cy="243840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0302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5EDD5-0D52-2F9F-6136-C41F83DAD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📌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17285-80B7-53AE-4CA4-548361661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DawaiTrack is a healthcare platform that combines </a:t>
            </a:r>
            <a:r>
              <a:rPr lang="en-IN" b="1" dirty="0"/>
              <a:t>online pharmacy services, medicine lifecycle management, and an expired medicine take-back system</a:t>
            </a:r>
            <a:r>
              <a:rPr lang="en-IN" dirty="0"/>
              <a:t>.</a:t>
            </a:r>
          </a:p>
          <a:p>
            <a:r>
              <a:rPr lang="en-IN" dirty="0"/>
              <a:t>The platform enables users to purchase medicines, track orders, and safely return expired medicines. Pharmacies collect expired medicines using QR verification, and administrators ensure proper biomedical disposal.</a:t>
            </a:r>
          </a:p>
          <a:p>
            <a:r>
              <a:rPr lang="en-IN" dirty="0"/>
              <a:t>This system promotes </a:t>
            </a:r>
            <a:r>
              <a:rPr lang="en-IN" b="1" dirty="0"/>
              <a:t>safe medicine usage, environmental sustainability, and responsible healthcare practices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9738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FA5A-2462-B608-9C35-AD5FD0E15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🎯 Project Motivation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E2362-9613-8527-D148-3A6F2129C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Expired medicines stored at home can cause:</a:t>
            </a:r>
          </a:p>
          <a:p>
            <a:r>
              <a:rPr lang="en-IN" dirty="0"/>
              <a:t>Accidental consumption</a:t>
            </a:r>
          </a:p>
          <a:p>
            <a:r>
              <a:rPr lang="en-IN" dirty="0"/>
              <a:t>Environmental contamination</a:t>
            </a:r>
          </a:p>
          <a:p>
            <a:r>
              <a:rPr lang="en-IN" dirty="0"/>
              <a:t>Unsafe disposal practices</a:t>
            </a:r>
          </a:p>
          <a:p>
            <a:pPr marL="0" indent="0">
              <a:buNone/>
            </a:pPr>
            <a:r>
              <a:rPr lang="en-IN" dirty="0"/>
              <a:t>Most pharmacy platforms only focus on </a:t>
            </a:r>
            <a:r>
              <a:rPr lang="en-IN" b="1" dirty="0"/>
              <a:t>medicine delivery</a:t>
            </a:r>
            <a:r>
              <a:rPr lang="en-IN" dirty="0"/>
              <a:t>. They lack structured mechanisms for </a:t>
            </a:r>
            <a:r>
              <a:rPr lang="en-IN" b="1" dirty="0"/>
              <a:t>tracking expired medicines and disposing them safely</a:t>
            </a:r>
            <a:r>
              <a:rPr lang="en-IN" dirty="0"/>
              <a:t>.</a:t>
            </a:r>
            <a:br>
              <a:rPr lang="en-IN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89434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0DBFA-400C-60CD-FD3B-DE25008E1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🚀 Key Features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EBFDED-1100-0A9D-FE15-CC97C79C26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753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97C03-8E49-3CBA-8FCB-278D23035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👤 User Features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097DB-B749-FE4C-6265-C324FE5E4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registration and login</a:t>
            </a:r>
          </a:p>
          <a:p>
            <a:r>
              <a:rPr lang="en-US" dirty="0"/>
              <a:t>Medicine browsing and search</a:t>
            </a:r>
          </a:p>
          <a:p>
            <a:r>
              <a:rPr lang="en-US" dirty="0"/>
              <a:t>Add to cart and checkout</a:t>
            </a:r>
          </a:p>
          <a:p>
            <a:r>
              <a:rPr lang="en-US" dirty="0"/>
              <a:t>Order history</a:t>
            </a:r>
          </a:p>
          <a:p>
            <a:r>
              <a:rPr lang="en-US" dirty="0"/>
              <a:t>Expired medicine return request</a:t>
            </a:r>
          </a:p>
          <a:p>
            <a:r>
              <a:rPr lang="en-US" dirty="0"/>
              <a:t>QR code generation for pickup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69826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55F30-6EDB-A9D3-47D4-E1B08CB99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7EE70-6F20-BEDB-35BD-F7A91FC99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🏥 Pharmacy Panel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DCD06-CBB7-02DA-4A26-C58C28402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Medicine management</a:t>
            </a:r>
          </a:p>
          <a:p>
            <a:r>
              <a:rPr lang="en-US" dirty="0"/>
              <a:t>Batch-based inventory management</a:t>
            </a:r>
          </a:p>
          <a:p>
            <a:r>
              <a:rPr lang="en-US" dirty="0"/>
              <a:t>FEFO stock deduction (First Expiry First Out)</a:t>
            </a:r>
          </a:p>
          <a:p>
            <a:r>
              <a:rPr lang="en-US" dirty="0"/>
              <a:t>Order management</a:t>
            </a:r>
          </a:p>
          <a:p>
            <a:r>
              <a:rPr lang="en-US" dirty="0"/>
              <a:t>Expired medicine request verification</a:t>
            </a:r>
          </a:p>
          <a:p>
            <a:r>
              <a:rPr lang="en-US" dirty="0"/>
              <a:t>QR code scanning for collection</a:t>
            </a:r>
          </a:p>
        </p:txBody>
      </p:sp>
    </p:spTree>
    <p:extLst>
      <p:ext uri="{BB962C8B-B14F-4D97-AF65-F5344CB8AC3E}">
        <p14:creationId xmlns:p14="http://schemas.microsoft.com/office/powerpoint/2010/main" val="3219861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0725D-2135-CB5D-D32B-09BEBCD08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4C84-D3D2-FE1D-E8FC-6568CE8AD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🛠 Admin Panel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BF57F-550B-0B5F-4187-18DAEC351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Dashboard analytics</a:t>
            </a:r>
          </a:p>
          <a:p>
            <a:r>
              <a:rPr lang="en-US" dirty="0"/>
              <a:t>Audit logging system</a:t>
            </a:r>
          </a:p>
          <a:p>
            <a:r>
              <a:rPr lang="en-US" dirty="0"/>
              <a:t>Disposal management</a:t>
            </a:r>
          </a:p>
          <a:p>
            <a:r>
              <a:rPr lang="en-US" dirty="0"/>
              <a:t>Disposal method tracking</a:t>
            </a:r>
          </a:p>
        </p:txBody>
      </p:sp>
    </p:spTree>
    <p:extLst>
      <p:ext uri="{BB962C8B-B14F-4D97-AF65-F5344CB8AC3E}">
        <p14:creationId xmlns:p14="http://schemas.microsoft.com/office/powerpoint/2010/main" val="192204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E6D20-BF2E-DB1A-3AF5-B747E6B5A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9887E-CC2D-4163-59D0-CA325134AFF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70B752-6373-D2EA-0230-18E2404798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44" r="-420" b="7953"/>
          <a:stretch>
            <a:fillRect/>
          </a:stretch>
        </p:blipFill>
        <p:spPr>
          <a:xfrm>
            <a:off x="103928" y="570271"/>
            <a:ext cx="8095884" cy="514472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82705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F57F2-7F2E-B770-BF66-BE9496BA7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ARCHITECTURE (HLD)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CE3AA1-ECA9-9287-C6D6-FECF5D3B8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4D3B7D-66D4-013C-9DBD-033BA4991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03" y="648928"/>
            <a:ext cx="7965261" cy="54470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8715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F224F-7479-B59C-60D7-08F0C56DD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MEDICINE LIFECYLE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691C2F-FC68-5003-6F1E-E2AD15D210B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C60D989-00A2-9F98-E373-EF22AD54C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23" y="1093808"/>
            <a:ext cx="8184555" cy="460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617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E5845-4280-F0D3-40D6-0D5B142F0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Expired Medicine Collection Flow</a:t>
            </a:r>
            <a:br>
              <a:rPr lang="en-IN" dirty="0"/>
            </a:b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076DD1-9228-49FB-1DEB-12AA8E60D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CB83C1-C0DD-087A-A1B1-73D8747B06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2" r="4259"/>
          <a:stretch>
            <a:fillRect/>
          </a:stretch>
        </p:blipFill>
        <p:spPr>
          <a:xfrm>
            <a:off x="57876" y="423622"/>
            <a:ext cx="8252749" cy="6010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61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6381B-14D5-42A9-A1FD-B6ECE9655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Disposal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57F79-46EC-4023-20E9-ECF2BE0B0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0DC218-3F47-A3FF-2BD1-840060FF7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0" y="1296337"/>
            <a:ext cx="8235502" cy="4097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43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08DC7-2604-6B0C-2496-876047204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Database </a:t>
            </a:r>
            <a:br>
              <a:rPr lang="en-IN" dirty="0"/>
            </a:br>
            <a:r>
              <a:rPr lang="en-IN" dirty="0"/>
              <a:t>E.R. Diagram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40BE78-DFAD-4CFA-9C93-6FB8B677366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BE7B5D-FE1B-C6CB-82CE-BBB12FF24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25" y="57462"/>
            <a:ext cx="8035101" cy="6707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464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2CB9C-9EE9-880F-1DF3-FB902BF7F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diagram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26A072-FDE7-09D1-D8B1-7CBAE4B12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8BD82E-C3C0-8EED-9AE2-60E465BE3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0170" y="0"/>
            <a:ext cx="4621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5210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79004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42</TotalTime>
  <Words>221</Words>
  <Application>Microsoft Office PowerPoint</Application>
  <PresentationFormat>Widescreen</PresentationFormat>
  <Paragraphs>39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Rockwell</vt:lpstr>
      <vt:lpstr>Rockwell Condensed</vt:lpstr>
      <vt:lpstr>Wingdings</vt:lpstr>
      <vt:lpstr>Wood Type</vt:lpstr>
      <vt:lpstr>DAWAI TRACK</vt:lpstr>
      <vt:lpstr>📌 Overview</vt:lpstr>
      <vt:lpstr>🎯 Project Motivation</vt:lpstr>
      <vt:lpstr>🚀 Key Features</vt:lpstr>
      <vt:lpstr>👤 User Features</vt:lpstr>
      <vt:lpstr>🏥 Pharmacy Panel</vt:lpstr>
      <vt:lpstr>🛠 Admin Panel</vt:lpstr>
      <vt:lpstr>SYSTEM Architecture</vt:lpstr>
      <vt:lpstr>HIGH LEVEL ARCHITECTURE (HLD)</vt:lpstr>
      <vt:lpstr>MEDICINE LIFECYLE</vt:lpstr>
      <vt:lpstr>Expired Medicine Collection Flow </vt:lpstr>
      <vt:lpstr>Disposal Workflow</vt:lpstr>
      <vt:lpstr>Database  E.R. Diagram</vt:lpstr>
      <vt:lpstr>Architecture diagram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Anshul Wycliffe</dc:creator>
  <cp:lastModifiedBy>Anshul Wycliffe</cp:lastModifiedBy>
  <cp:revision>13</cp:revision>
  <dcterms:created xsi:type="dcterms:W3CDTF">2026-04-05T09:27:58Z</dcterms:created>
  <dcterms:modified xsi:type="dcterms:W3CDTF">2026-04-05T10:10:49Z</dcterms:modified>
</cp:coreProperties>
</file>