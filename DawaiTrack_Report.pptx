
<file path=[Content_Types].xml><?xml version="1.0" encoding="utf-8"?>
<Types xmlns="http://schemas.openxmlformats.org/package/2006/content-types">
  <Default Extension="ico" ContentType="image/x-icon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9" r:id="rId4"/>
    <p:sldId id="261" r:id="rId5"/>
    <p:sldId id="260" r:id="rId6"/>
    <p:sldId id="262" r:id="rId7"/>
    <p:sldId id="263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84" r:id="rId16"/>
    <p:sldId id="257" r:id="rId17"/>
    <p:sldId id="272" r:id="rId18"/>
    <p:sldId id="273" r:id="rId19"/>
    <p:sldId id="274" r:id="rId20"/>
    <p:sldId id="279" r:id="rId21"/>
    <p:sldId id="275" r:id="rId22"/>
    <p:sldId id="276" r:id="rId23"/>
    <p:sldId id="277" r:id="rId24"/>
    <p:sldId id="280" r:id="rId25"/>
    <p:sldId id="281" r:id="rId26"/>
    <p:sldId id="282" r:id="rId27"/>
    <p:sldId id="283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0878" autoAdjust="0"/>
    <p:restoredTop sz="94660"/>
  </p:normalViewPr>
  <p:slideViewPr>
    <p:cSldViewPr snapToGrid="0">
      <p:cViewPr varScale="1">
        <p:scale>
          <a:sx n="78" d="100"/>
          <a:sy n="78" d="100"/>
        </p:scale>
        <p:origin x="14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35013-5E4A-4860-A141-2CC7A6F26BF0}" type="datetimeFigureOut">
              <a:rPr lang="en-IN" smtClean="0"/>
              <a:t>05-04-2026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492F6F99-962E-4069-8C30-59D92B2882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72782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35013-5E4A-4860-A141-2CC7A6F26BF0}" type="datetimeFigureOut">
              <a:rPr lang="en-IN" smtClean="0"/>
              <a:t>05-04-2026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F6F99-962E-4069-8C30-59D92B2882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94403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76135013-5E4A-4860-A141-2CC7A6F26BF0}" type="datetimeFigureOut">
              <a:rPr lang="en-IN" smtClean="0"/>
              <a:t>05-04-2026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IN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492F6F99-962E-4069-8C30-59D92B2882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69933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35013-5E4A-4860-A141-2CC7A6F26BF0}" type="datetimeFigureOut">
              <a:rPr lang="en-IN" smtClean="0"/>
              <a:t>05-04-2026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F6F99-962E-4069-8C30-59D92B2882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98497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35013-5E4A-4860-A141-2CC7A6F26BF0}" type="datetimeFigureOut">
              <a:rPr lang="en-IN" smtClean="0"/>
              <a:t>05-04-2026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F6F99-962E-4069-8C30-59D92B2882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31066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35013-5E4A-4860-A141-2CC7A6F26BF0}" type="datetimeFigureOut">
              <a:rPr lang="en-IN" smtClean="0"/>
              <a:t>05-04-2026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F6F99-962E-4069-8C30-59D92B2882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07750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35013-5E4A-4860-A141-2CC7A6F26BF0}" type="datetimeFigureOut">
              <a:rPr lang="en-IN" smtClean="0"/>
              <a:t>05-04-2026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F6F99-962E-4069-8C30-59D92B2882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42535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35013-5E4A-4860-A141-2CC7A6F26BF0}" type="datetimeFigureOut">
              <a:rPr lang="en-IN" smtClean="0"/>
              <a:t>05-04-2026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F6F99-962E-4069-8C30-59D92B2882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35589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35013-5E4A-4860-A141-2CC7A6F26BF0}" type="datetimeFigureOut">
              <a:rPr lang="en-IN" smtClean="0"/>
              <a:t>05-04-2026</a:t>
            </a:fld>
            <a:endParaRPr lang="en-IN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F6F99-962E-4069-8C30-59D92B2882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36812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35013-5E4A-4860-A141-2CC7A6F26BF0}" type="datetimeFigureOut">
              <a:rPr lang="en-IN" smtClean="0"/>
              <a:t>05-04-2026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F6F99-962E-4069-8C30-59D92B2882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77677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35013-5E4A-4860-A141-2CC7A6F26BF0}" type="datetimeFigureOut">
              <a:rPr lang="en-IN" smtClean="0"/>
              <a:t>05-04-2026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F6F99-962E-4069-8C30-59D92B2882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26462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76135013-5E4A-4860-A141-2CC7A6F26BF0}" type="datetimeFigureOut">
              <a:rPr lang="en-IN" smtClean="0"/>
              <a:t>05-04-2026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492F6F99-962E-4069-8C30-59D92B2882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8008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ico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E353DC-0A72-AFC4-8984-12435384309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DAWAI TRACK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A47EB0-5FA3-C561-9041-F113D16432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02699" y="4389120"/>
            <a:ext cx="9673367" cy="1069848"/>
          </a:xfrm>
        </p:spPr>
        <p:txBody>
          <a:bodyPr/>
          <a:lstStyle/>
          <a:p>
            <a:r>
              <a:rPr lang="en-US" b="1" dirty="0"/>
              <a:t>Smart Medicine Platform with Expired Medicine </a:t>
            </a:r>
            <a:br>
              <a:rPr lang="en-US" b="1" dirty="0"/>
            </a:br>
            <a:r>
              <a:rPr lang="en-US" b="1" dirty="0"/>
              <a:t>Take-Back System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D1F5716-62D1-8042-9135-24B355E3B2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4815" y="1619865"/>
            <a:ext cx="2438400" cy="2438400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030216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35EDD5-0D52-2F9F-6136-C41F83DAD5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📌 Overview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417285-80B7-53AE-4CA4-548361661C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DawaiTrack is a healthcare platform that combines </a:t>
            </a:r>
            <a:r>
              <a:rPr lang="en-IN" b="1" dirty="0"/>
              <a:t>online pharmacy services, medicine lifecycle management, and an expired medicine take-back system</a:t>
            </a:r>
            <a:r>
              <a:rPr lang="en-IN" dirty="0"/>
              <a:t>.</a:t>
            </a:r>
          </a:p>
          <a:p>
            <a:r>
              <a:rPr lang="en-IN" dirty="0"/>
              <a:t>The platform enables users to purchase medicines, track orders, and safely return expired medicines. Pharmacies collect expired medicines using QR verification, and administrators ensure proper biomedical disposal.</a:t>
            </a:r>
          </a:p>
          <a:p>
            <a:r>
              <a:rPr lang="en-IN" dirty="0"/>
              <a:t>This system promotes </a:t>
            </a:r>
            <a:r>
              <a:rPr lang="en-IN" b="1" dirty="0"/>
              <a:t>safe medicine usage, environmental sustainability, and responsible healthcare practices</a:t>
            </a:r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297383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3FA5A-2462-B608-9C35-AD5FD0E15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🎯 Project Motivation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EE2362-9613-8527-D148-3A6F2129CD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Expired medicines stored at home can cause:</a:t>
            </a:r>
          </a:p>
          <a:p>
            <a:r>
              <a:rPr lang="en-IN" dirty="0"/>
              <a:t>Accidental consumption</a:t>
            </a:r>
          </a:p>
          <a:p>
            <a:r>
              <a:rPr lang="en-IN" dirty="0"/>
              <a:t>Environmental contamination</a:t>
            </a:r>
          </a:p>
          <a:p>
            <a:r>
              <a:rPr lang="en-IN" dirty="0"/>
              <a:t>Unsafe disposal practices</a:t>
            </a:r>
          </a:p>
          <a:p>
            <a:pPr marL="0" indent="0">
              <a:buNone/>
            </a:pPr>
            <a:r>
              <a:rPr lang="en-IN" dirty="0"/>
              <a:t>Most pharmacy platforms only focus on </a:t>
            </a:r>
            <a:r>
              <a:rPr lang="en-IN" b="1" dirty="0"/>
              <a:t>medicine delivery</a:t>
            </a:r>
            <a:r>
              <a:rPr lang="en-IN" dirty="0"/>
              <a:t>. They lack structured mechanisms for </a:t>
            </a:r>
            <a:r>
              <a:rPr lang="en-IN" b="1" dirty="0"/>
              <a:t>tracking expired medicines and disposing them safely</a:t>
            </a:r>
            <a:r>
              <a:rPr lang="en-IN" dirty="0"/>
              <a:t>.</a:t>
            </a: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489434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60DBFA-400C-60CD-FD3B-DE25008E1D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🚀 Key Features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EBFDED-1100-0A9D-FE15-CC97C79C26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27531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297C03-8E49-3CBA-8FCB-278D230359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👤 User Features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5097DB-B749-FE4C-6265-C324FE5E4E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User registration and login</a:t>
            </a:r>
          </a:p>
          <a:p>
            <a:r>
              <a:rPr lang="en-US" dirty="0"/>
              <a:t>Medicine browsing and search</a:t>
            </a:r>
          </a:p>
          <a:p>
            <a:r>
              <a:rPr lang="en-US" dirty="0"/>
              <a:t>Add to cart and checkout</a:t>
            </a:r>
          </a:p>
          <a:p>
            <a:r>
              <a:rPr lang="en-US" dirty="0"/>
              <a:t>Order history</a:t>
            </a:r>
          </a:p>
          <a:p>
            <a:r>
              <a:rPr lang="en-US" dirty="0"/>
              <a:t>Expired medicine return request</a:t>
            </a:r>
          </a:p>
          <a:p>
            <a:r>
              <a:rPr lang="en-US" dirty="0"/>
              <a:t>QR code generation for pickup verification</a:t>
            </a:r>
          </a:p>
        </p:txBody>
      </p:sp>
    </p:spTree>
    <p:extLst>
      <p:ext uri="{BB962C8B-B14F-4D97-AF65-F5344CB8AC3E}">
        <p14:creationId xmlns:p14="http://schemas.microsoft.com/office/powerpoint/2010/main" val="24698260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B55F30-6EDB-A9D3-47D4-E1B08CB995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7EE70-6F20-BEDB-35BD-F7A91FC99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🏥 Pharmacy Panel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0DCD06-CBB7-02DA-4A26-C58C284022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Medicine management</a:t>
            </a:r>
          </a:p>
          <a:p>
            <a:r>
              <a:rPr lang="en-US" dirty="0"/>
              <a:t>Batch-based inventory management</a:t>
            </a:r>
          </a:p>
          <a:p>
            <a:r>
              <a:rPr lang="en-US" dirty="0"/>
              <a:t>FEFO stock deduction (First Expiry First Out)</a:t>
            </a:r>
          </a:p>
          <a:p>
            <a:r>
              <a:rPr lang="en-US" dirty="0"/>
              <a:t>Order management</a:t>
            </a:r>
          </a:p>
          <a:p>
            <a:r>
              <a:rPr lang="en-US" dirty="0"/>
              <a:t>Expired medicine request verification</a:t>
            </a:r>
          </a:p>
          <a:p>
            <a:r>
              <a:rPr lang="en-US" dirty="0"/>
              <a:t>QR code scanning for collection</a:t>
            </a:r>
          </a:p>
        </p:txBody>
      </p:sp>
    </p:spTree>
    <p:extLst>
      <p:ext uri="{BB962C8B-B14F-4D97-AF65-F5344CB8AC3E}">
        <p14:creationId xmlns:p14="http://schemas.microsoft.com/office/powerpoint/2010/main" val="32198610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10725D-2135-CB5D-D32B-09BEBCD086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3E4C84-D3D2-FE1D-E8FC-6568CE8AD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🛠 Admin Panel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0BF57F-550B-0B5F-4187-18DAEC3511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Dashboard analytics</a:t>
            </a:r>
          </a:p>
          <a:p>
            <a:r>
              <a:rPr lang="en-US" dirty="0"/>
              <a:t>Audit logging system</a:t>
            </a:r>
          </a:p>
          <a:p>
            <a:r>
              <a:rPr lang="en-US" dirty="0"/>
              <a:t>Disposal management</a:t>
            </a:r>
          </a:p>
          <a:p>
            <a:r>
              <a:rPr lang="en-US" dirty="0"/>
              <a:t>Disposal method tracking</a:t>
            </a:r>
          </a:p>
        </p:txBody>
      </p:sp>
    </p:spTree>
    <p:extLst>
      <p:ext uri="{BB962C8B-B14F-4D97-AF65-F5344CB8AC3E}">
        <p14:creationId xmlns:p14="http://schemas.microsoft.com/office/powerpoint/2010/main" val="1922043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5E6D20-BF2E-DB1A-3AF5-B747E6B5A9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Architecture</a:t>
            </a:r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D9887E-CC2D-4163-59D0-CA325134AFF9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D70B752-6373-D2EA-0230-18E2404798B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644" r="-420" b="7953"/>
          <a:stretch>
            <a:fillRect/>
          </a:stretch>
        </p:blipFill>
        <p:spPr>
          <a:xfrm>
            <a:off x="103928" y="570271"/>
            <a:ext cx="8095884" cy="5144729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827053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5F57F2-7F2E-B770-BF66-BE9496BA74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HIGH LEVEL ARCHITECTURE (HLD)</a:t>
            </a:r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CE3AA1-ECA9-9287-C6D6-FECF5D3B8402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24D3B7D-66D4-013C-9DBD-033BA49915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903" y="648928"/>
            <a:ext cx="7965261" cy="5447071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487150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F224F-7479-B59C-60D7-08F0C56DD0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MEDICINE LIFECYLE</a:t>
            </a:r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691C2F-FC68-5003-6F1E-E2AD15D210B1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AC60D989-00A2-9F98-E373-EF22AD54C0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23" y="1093808"/>
            <a:ext cx="8184555" cy="4602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56174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E5845-4280-F0D3-40D6-0D5B142F08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Expired Medicine Collection Flow</a:t>
            </a:r>
            <a:br>
              <a:rPr lang="en-IN" dirty="0"/>
            </a:br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076DD1-9228-49FB-1DEB-12AA8E60D23C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CB83C1-C0DD-087A-A1B1-73D8747B06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92" r="4259"/>
          <a:stretch>
            <a:fillRect/>
          </a:stretch>
        </p:blipFill>
        <p:spPr>
          <a:xfrm>
            <a:off x="57876" y="423622"/>
            <a:ext cx="8252749" cy="6010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64610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76381B-14D5-42A9-A1FD-B6ECE9655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Disposal Workflow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257F79-46EC-4023-20E9-ECF2BE0B0F7F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C0DC218-3F47-A3FF-2BD1-840060FF70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0" y="1296337"/>
            <a:ext cx="8235502" cy="4097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3433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908DC7-2604-6B0C-2496-8760472049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Database </a:t>
            </a:r>
            <a:br>
              <a:rPr lang="en-IN" dirty="0"/>
            </a:br>
            <a:r>
              <a:rPr lang="en-IN" dirty="0"/>
              <a:t>E.R. Diagram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40BE78-DFAD-4CFA-9C93-6FB8B677366D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8BE7B5D-FE1B-C6CB-82CE-BBB12FF244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625" y="57462"/>
            <a:ext cx="8035101" cy="6707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64643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2CB9C-9EE9-880F-1DF3-FB902BF7F3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 diagram</a:t>
            </a:r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26A072-FDE7-09D1-D8B1-7CBAE4B12F99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8BD82E-C3C0-8EED-9AE2-60E465BE35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0170" y="0"/>
            <a:ext cx="46212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95210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41E40-7B78-3E23-2C8E-64343CD6E4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Few Screenshots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F6FB0D-0710-7701-33E2-1F79022C3C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6053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DE95071-8C89-CA19-F278-EDA0C5ECFA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79004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2A55D79-0C6A-0EE3-782E-578E843638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8840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C794808-C8C6-E2A6-778A-CA7990E016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17185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06DB22A-B018-B5FB-52BB-8467D5FD3B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54193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C2572F-079A-31B5-C5C7-E12DC8184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B35FD19-18C8-6A5C-6A53-539B735111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04568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742D14-1D37-E0BE-B0CE-39CBCC2C71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38333CF-B9DD-C159-FBC1-AD7E957AF6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02971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00BB76-8579-4DAD-135B-B1D0521083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51B2632-80A1-2D10-2168-A6FC0D25C0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941674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CEFC1C-90DA-9D1F-962A-DDB40ABF5F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2B9E178-E5C7-1D4A-4A9E-575B1D0EE8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77046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A2D85B-D2CB-A22D-188D-86B4405331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0719D28-5860-7588-F230-054401A2E8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3961"/>
            <a:ext cx="10225548" cy="575187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41615F4-61EF-2D32-BA47-DD015A8351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70643" y="208018"/>
            <a:ext cx="2721357" cy="629602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47504704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7BD83CC-2ADC-E776-3B52-A09A61D135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482019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E45BB9-8186-0AC9-558F-59E69DB630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2F1FF33-FB6D-88F9-A143-BDE571F5F1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138940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C544D-F5D5-C0AB-C2B4-C491BEC280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D7EC87-5E8A-E334-1B12-A0C1B3B0A2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615332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TM03090434[[fn=Wood Type]]</Template>
  <TotalTime>69</TotalTime>
  <Words>225</Words>
  <Application>Microsoft Office PowerPoint</Application>
  <PresentationFormat>Widescreen</PresentationFormat>
  <Paragraphs>41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Arial</vt:lpstr>
      <vt:lpstr>Rockwell</vt:lpstr>
      <vt:lpstr>Rockwell Condensed</vt:lpstr>
      <vt:lpstr>Wingdings</vt:lpstr>
      <vt:lpstr>Wood Type</vt:lpstr>
      <vt:lpstr>DAWAI TRACK</vt:lpstr>
      <vt:lpstr>📌 Overview</vt:lpstr>
      <vt:lpstr>🎯 Project Motivation</vt:lpstr>
      <vt:lpstr>🚀 Key Features</vt:lpstr>
      <vt:lpstr>👤 User Features</vt:lpstr>
      <vt:lpstr>🏥 Pharmacy Panel</vt:lpstr>
      <vt:lpstr>🛠 Admin Panel</vt:lpstr>
      <vt:lpstr>SYSTEM Architecture</vt:lpstr>
      <vt:lpstr>HIGH LEVEL ARCHITECTURE (HLD)</vt:lpstr>
      <vt:lpstr>MEDICINE LIFECYLE</vt:lpstr>
      <vt:lpstr>Expired Medicine Collection Flow </vt:lpstr>
      <vt:lpstr>Disposal Workflow</vt:lpstr>
      <vt:lpstr>Database  E.R. Diagram</vt:lpstr>
      <vt:lpstr>Architecture diagram</vt:lpstr>
      <vt:lpstr>Few Screenshots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Anshul Wycliffe</dc:creator>
  <cp:lastModifiedBy>Anshul Wycliffe</cp:lastModifiedBy>
  <cp:revision>14</cp:revision>
  <dcterms:created xsi:type="dcterms:W3CDTF">2026-04-05T09:27:58Z</dcterms:created>
  <dcterms:modified xsi:type="dcterms:W3CDTF">2026-04-05T10:37:50Z</dcterms:modified>
</cp:coreProperties>
</file>